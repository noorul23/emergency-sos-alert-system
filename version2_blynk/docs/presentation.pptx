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15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50437" y="809863"/>
            <a:ext cx="7415927" cy="2129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350"/>
              </a:lnSpc>
              <a:buNone/>
            </a:pPr>
            <a:r>
              <a:rPr lang="en-US" sz="67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Emergency SOS Alert System </a:t>
            </a:r>
            <a:endParaRPr lang="en-US" sz="6700" dirty="0"/>
          </a:p>
        </p:txBody>
      </p:sp>
      <p:sp>
        <p:nvSpPr>
          <p:cNvPr id="6" name="Text 3"/>
          <p:cNvSpPr/>
          <p:nvPr/>
        </p:nvSpPr>
        <p:spPr>
          <a:xfrm>
            <a:off x="6350437" y="3309461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437" y="4074795"/>
            <a:ext cx="7415927" cy="12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ITD 4101 (INTERNET OF THINGS)</a:t>
            </a:r>
            <a:endParaRPr lang="en-US" sz="3850" dirty="0"/>
          </a:p>
        </p:txBody>
      </p:sp>
      <p:sp>
        <p:nvSpPr>
          <p:cNvPr id="8" name="Text 5"/>
          <p:cNvSpPr/>
          <p:nvPr/>
        </p:nvSpPr>
        <p:spPr>
          <a:xfrm>
            <a:off x="6350437" y="5679281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Noorul Hassan(210081601045)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50437" y="635198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Muhammed Thahir(210081601039)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20096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668" y="779383"/>
            <a:ext cx="5490805" cy="686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Objective</a:t>
            </a:r>
            <a:endParaRPr lang="en-US" sz="4300" dirty="0"/>
          </a:p>
        </p:txBody>
      </p:sp>
      <p:sp>
        <p:nvSpPr>
          <p:cNvPr id="6" name="Shape 3"/>
          <p:cNvSpPr/>
          <p:nvPr/>
        </p:nvSpPr>
        <p:spPr>
          <a:xfrm>
            <a:off x="768668" y="2042279"/>
            <a:ext cx="494109" cy="494109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0118" y="2124551"/>
            <a:ext cx="151090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482328" y="2042279"/>
            <a:ext cx="3603427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Immediate Communication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482328" y="2517100"/>
            <a:ext cx="6893004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Emergencies demand rapid communication to ensure safety.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68668" y="3335179"/>
            <a:ext cx="494109" cy="494109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5829" y="3417451"/>
            <a:ext cx="199668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482328" y="3335179"/>
            <a:ext cx="3255050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Simple SOS Alert System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1482328" y="3810000"/>
            <a:ext cx="6893004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project addresses the need for a straightforward SOS alert system.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68668" y="4979551"/>
            <a:ext cx="494109" cy="494109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4758" y="5061823"/>
            <a:ext cx="181808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482328" y="4979551"/>
            <a:ext cx="2745343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Safety Applications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1482328" y="5454372"/>
            <a:ext cx="6893004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system is useful for women's safety, child safety, and elderly care.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68668" y="6623923"/>
            <a:ext cx="494109" cy="494109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995" y="6706195"/>
            <a:ext cx="201454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1482328" y="6623923"/>
            <a:ext cx="2745343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Quick Help</a:t>
            </a:r>
            <a:endParaRPr lang="en-US" sz="2150" dirty="0"/>
          </a:p>
        </p:txBody>
      </p:sp>
      <p:sp>
        <p:nvSpPr>
          <p:cNvPr id="21" name="Text 18"/>
          <p:cNvSpPr/>
          <p:nvPr/>
        </p:nvSpPr>
        <p:spPr>
          <a:xfrm>
            <a:off x="1482328" y="7098744"/>
            <a:ext cx="6893004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It enables quick access to help in critical situations.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6171" y="644366"/>
            <a:ext cx="5687616" cy="71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Abstract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6171" y="1696522"/>
            <a:ext cx="7551658" cy="2053947"/>
          </a:xfrm>
          <a:prstGeom prst="roundRect">
            <a:avLst>
              <a:gd name="adj" fmla="val 465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1200" y="1931551"/>
            <a:ext cx="2843808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SOS Alert System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1200" y="2423517"/>
            <a:ext cx="7081599" cy="109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project involves the development of an SOS alert system using the NodeMCU ESP32 microcontroller and SIM800L GSM module.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6171" y="3977878"/>
            <a:ext cx="7551658" cy="1689973"/>
          </a:xfrm>
          <a:prstGeom prst="roundRect">
            <a:avLst>
              <a:gd name="adj" fmla="val 565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1200" y="4212907"/>
            <a:ext cx="3697962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SOS Message Transmission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1200" y="4704874"/>
            <a:ext cx="7081599" cy="727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When a push button is pressed, the system sends an SOS message to predefined contacts.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6171" y="5895261"/>
            <a:ext cx="7551658" cy="1689973"/>
          </a:xfrm>
          <a:prstGeom prst="roundRect">
            <a:avLst>
              <a:gd name="adj" fmla="val 565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1200" y="6130290"/>
            <a:ext cx="3501628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Simple and Cost-Effective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31200" y="6622256"/>
            <a:ext cx="7081599" cy="727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system is designed to be simple, compact, and cost-effective.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10048" y="10048"/>
            <a:ext cx="14630400" cy="8499396"/>
          </a:xfrm>
          <a:prstGeom prst="rect">
            <a:avLst/>
          </a:prstGeom>
          <a:solidFill>
            <a:srgbClr val="080E26"/>
          </a:solidFill>
          <a:ln/>
        </p:spPr>
      </p:sp>
      <p:sp>
        <p:nvSpPr>
          <p:cNvPr id="4" name="Text 2"/>
          <p:cNvSpPr/>
          <p:nvPr/>
        </p:nvSpPr>
        <p:spPr>
          <a:xfrm>
            <a:off x="1624452" y="574262"/>
            <a:ext cx="6921698" cy="86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800"/>
              </a:lnSpc>
              <a:buNone/>
            </a:pPr>
            <a:r>
              <a:rPr lang="en-US" sz="545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Circuit &amp; Components</a:t>
            </a:r>
            <a:endParaRPr lang="en-US" sz="5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02C00D-B999-D4F2-430A-0D218259E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93" y="2125718"/>
            <a:ext cx="7903941" cy="54176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25B33C-026F-36B2-8CAB-D016E2715D5A}"/>
              </a:ext>
            </a:extLst>
          </p:cNvPr>
          <p:cNvSpPr txBox="1"/>
          <p:nvPr/>
        </p:nvSpPr>
        <p:spPr>
          <a:xfrm>
            <a:off x="9359127" y="4114800"/>
            <a:ext cx="3717891" cy="2292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NodeMCU</a:t>
            </a:r>
            <a:r>
              <a:rPr lang="en-US" sz="2000" b="1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ESP32</a:t>
            </a:r>
          </a:p>
          <a:p>
            <a:pPr marL="342900" indent="-342900" algn="just">
              <a:lnSpc>
                <a:spcPts val="19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EBECEF"/>
              </a:solidFill>
              <a:latin typeface="Fraunces" pitchFamily="34" charset="0"/>
              <a:ea typeface="Fraunces" pitchFamily="34" charset="-122"/>
              <a:cs typeface="Fraunces" pitchFamily="34" charset="-120"/>
            </a:endParaRPr>
          </a:p>
          <a:p>
            <a:pPr marL="342900" indent="-342900" algn="just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SIM800L GSM Module</a:t>
            </a:r>
          </a:p>
          <a:p>
            <a:pPr marL="342900" indent="-342900" algn="just">
              <a:lnSpc>
                <a:spcPts val="19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EBECEF"/>
              </a:solidFill>
              <a:latin typeface="Fraunces" pitchFamily="34" charset="0"/>
              <a:ea typeface="Fraunces" pitchFamily="34" charset="-122"/>
              <a:cs typeface="Fraunces" pitchFamily="34" charset="-120"/>
            </a:endParaRPr>
          </a:p>
          <a:p>
            <a:pPr marL="342900" indent="-342900" algn="just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Push Button</a:t>
            </a:r>
          </a:p>
          <a:p>
            <a:pPr marL="342900" indent="-342900" algn="just">
              <a:lnSpc>
                <a:spcPts val="19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EBECEF"/>
              </a:solidFill>
              <a:latin typeface="Fraunces" pitchFamily="34" charset="0"/>
              <a:ea typeface="Fraunces" pitchFamily="34" charset="-122"/>
              <a:cs typeface="Fraunces" pitchFamily="34" charset="-120"/>
            </a:endParaRPr>
          </a:p>
          <a:p>
            <a:pPr marL="342900" indent="-342900" algn="just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Power Supply</a:t>
            </a:r>
          </a:p>
          <a:p>
            <a:pPr marL="342900" indent="-342900" algn="just">
              <a:lnSpc>
                <a:spcPts val="19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EBECEF"/>
              </a:solidFill>
              <a:latin typeface="Fraunces" pitchFamily="34" charset="0"/>
              <a:ea typeface="Fraunces" pitchFamily="34" charset="-122"/>
              <a:cs typeface="Fraunces" pitchFamily="34" charset="-120"/>
            </a:endParaRPr>
          </a:p>
          <a:p>
            <a:pPr marL="342900" indent="-342900" algn="just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0057" y="537686"/>
            <a:ext cx="4883468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Working Principle</a:t>
            </a:r>
            <a:endParaRPr lang="en-US" sz="3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057" y="1441013"/>
            <a:ext cx="976670" cy="15626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9620" y="1636276"/>
            <a:ext cx="2441734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Button Press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439620" y="2058591"/>
            <a:ext cx="650712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user presses the push button during an emergency.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057" y="3003709"/>
            <a:ext cx="976670" cy="15626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39620" y="3198971"/>
            <a:ext cx="2441734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Signal to NodeMCU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7439620" y="3621286"/>
            <a:ext cx="650712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button press sends a signal to the NodeMCU.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0057" y="4566404"/>
            <a:ext cx="976670" cy="15626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9620" y="4761667"/>
            <a:ext cx="2441734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SMS Transmission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439620" y="5183981"/>
            <a:ext cx="6507123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NodeMCU commands the SIM800L module to send an SMS to predefined contacts.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057" y="6129099"/>
            <a:ext cx="976670" cy="156269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39620" y="6324362"/>
            <a:ext cx="2441734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Status Indication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7439620" y="6746677"/>
            <a:ext cx="650712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LED lights up, confirming that the message was sent.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6171" y="644366"/>
            <a:ext cx="5687616" cy="71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Applications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6171" y="1696522"/>
            <a:ext cx="7551658" cy="1689973"/>
          </a:xfrm>
          <a:prstGeom prst="roundRect">
            <a:avLst>
              <a:gd name="adj" fmla="val 565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1200" y="1931551"/>
            <a:ext cx="2843808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Women's Safety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1200" y="2423517"/>
            <a:ext cx="7081599" cy="727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Provides a quick alert mechanism in dangerous situations, empowering women to seek help.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6171" y="3613904"/>
            <a:ext cx="7551658" cy="1689973"/>
          </a:xfrm>
          <a:prstGeom prst="roundRect">
            <a:avLst>
              <a:gd name="adj" fmla="val 565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1200" y="3848933"/>
            <a:ext cx="2843808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Child Safety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1200" y="4340900"/>
            <a:ext cx="7081599" cy="727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Allows parents or guardians to monitor and protect children, ensuring their safety.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6171" y="5531287"/>
            <a:ext cx="7551658" cy="2053947"/>
          </a:xfrm>
          <a:prstGeom prst="roundRect">
            <a:avLst>
              <a:gd name="adj" fmla="val 465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1200" y="5766316"/>
            <a:ext cx="2843808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Elderly Care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31200" y="6258282"/>
            <a:ext cx="7081599" cy="109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Enables elderly individuals to easily request help in emergencies, providing peace of mind for them and their families.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50437" y="894636"/>
            <a:ext cx="6492835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Future Enhancements</a:t>
            </a:r>
            <a:endParaRPr lang="en-US" sz="4850" dirty="0"/>
          </a:p>
        </p:txBody>
      </p:sp>
      <p:sp>
        <p:nvSpPr>
          <p:cNvPr id="6" name="Shape 3"/>
          <p:cNvSpPr/>
          <p:nvPr/>
        </p:nvSpPr>
        <p:spPr>
          <a:xfrm>
            <a:off x="6350437" y="231409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15240">
            <a:solidFill>
              <a:srgbClr val="41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43199" y="2406610"/>
            <a:ext cx="16978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7152680" y="231409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Automated Calls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52680" y="2847975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Integrating automatic call functionality for faster and more direct communication.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416254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1524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5933" y="4255056"/>
            <a:ext cx="22443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152680" y="4162544"/>
            <a:ext cx="341518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Mobile App Integration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152680" y="4696420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Developing a mobile application to enhance user control and customization options.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350437" y="601098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15240">
            <a:solidFill>
              <a:srgbClr val="414A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25935" y="6103501"/>
            <a:ext cx="20443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7152680" y="60109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GPS Integration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152680" y="6544866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Integrating GPS capabilities to provide accurate location information for emergency responders.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037" y="3002280"/>
            <a:ext cx="7415927" cy="1064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8350"/>
              </a:lnSpc>
              <a:buNone/>
            </a:pPr>
            <a:r>
              <a:rPr lang="en-US" sz="67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Thank You!</a:t>
            </a:r>
            <a:endParaRPr lang="en-US" sz="6700" dirty="0"/>
          </a:p>
        </p:txBody>
      </p:sp>
      <p:sp>
        <p:nvSpPr>
          <p:cNvPr id="6" name="Text 3"/>
          <p:cNvSpPr/>
          <p:nvPr/>
        </p:nvSpPr>
        <p:spPr>
          <a:xfrm>
            <a:off x="864037" y="4437221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For your time and consideration. We hope you found this presentation informative.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339</Words>
  <Application>Microsoft Office PowerPoint</Application>
  <PresentationFormat>Custom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Epilogue</vt:lpstr>
      <vt:lpstr>Fraunces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NOORUL HASSAN</cp:lastModifiedBy>
  <cp:revision>5</cp:revision>
  <dcterms:created xsi:type="dcterms:W3CDTF">2024-08-28T18:05:23Z</dcterms:created>
  <dcterms:modified xsi:type="dcterms:W3CDTF">2026-03-13T00:51:03Z</dcterms:modified>
</cp:coreProperties>
</file>